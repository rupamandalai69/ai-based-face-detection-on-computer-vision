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71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5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01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2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90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45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3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20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60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70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934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798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694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857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435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71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B4C18-838E-4DCC-86B6-573D56E7B59C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0504E39-6194-4469-869B-E73318B63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8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98F5-021A-4F4B-A261-650BEB6C8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1955800"/>
            <a:ext cx="9347199" cy="2095036"/>
          </a:xfrm>
        </p:spPr>
        <p:txBody>
          <a:bodyPr>
            <a:noAutofit/>
          </a:bodyPr>
          <a:lstStyle/>
          <a:p>
            <a:r>
              <a:rPr lang="en-US" sz="6000" b="0" u="sng" dirty="0">
                <a:solidFill>
                  <a:srgbClr val="0070C0"/>
                </a:solidFill>
              </a:rPr>
              <a:t>Facial Emotion Recognition System</a:t>
            </a:r>
            <a:endParaRPr lang="en-IN" sz="6000" b="0" u="sng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55F5F-3163-4226-8D09-661915E0F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5435600"/>
            <a:ext cx="7975600" cy="683491"/>
          </a:xfrm>
        </p:spPr>
        <p:txBody>
          <a:bodyPr/>
          <a:lstStyle/>
          <a:p>
            <a:r>
              <a:rPr lang="en-US" dirty="0"/>
              <a:t>				</a:t>
            </a:r>
            <a:r>
              <a:rPr lang="en-US" sz="2800" u="sng" dirty="0">
                <a:solidFill>
                  <a:srgbClr val="0070C0"/>
                </a:solidFill>
              </a:rPr>
              <a:t>By: Rupa Kundu</a:t>
            </a:r>
            <a:endParaRPr lang="en-IN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87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D75421-5C38-4E5F-B060-F62F05B68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121" y="1777752"/>
            <a:ext cx="836109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Text: </a:t>
            </a:r>
            <a:r>
              <a:rPr kumimoji="0" lang="en-US" altLang="en-US" sz="2800" b="1" i="1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Face Emotion Detection</a:t>
            </a:r>
            <a:r>
              <a:rPr kumimoji="0" lang="en-US" altLang="en-US" sz="2800" b="1" i="0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1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AI Powered Facial Emotion Recognition System</a:t>
            </a:r>
            <a:endParaRPr kumimoji="0" lang="en-US" altLang="en-US" sz="2800" b="1" i="0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CD9087-324D-4216-AB4B-C6E35A3D154E}"/>
              </a:ext>
            </a:extLst>
          </p:cNvPr>
          <p:cNvSpPr/>
          <p:nvPr/>
        </p:nvSpPr>
        <p:spPr>
          <a:xfrm>
            <a:off x="1697121" y="3923982"/>
            <a:ext cx="7834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Visual: Background image of a human face with emotion icons (😊😢😠😲).</a:t>
            </a:r>
            <a:endParaRPr lang="en-IN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99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A21E44-683C-44DD-BB56-DBCC990E3106}"/>
              </a:ext>
            </a:extLst>
          </p:cNvPr>
          <p:cNvSpPr/>
          <p:nvPr/>
        </p:nvSpPr>
        <p:spPr>
          <a:xfrm>
            <a:off x="561475" y="1781815"/>
            <a:ext cx="109487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70C0"/>
                </a:solidFill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Text:</a:t>
            </a:r>
            <a:endParaRPr lang="en-US" sz="36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What is Face Emotion Detection?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Importance in AI &amp; Human‑Computer Interaction.</a:t>
            </a:r>
          </a:p>
          <a:p>
            <a:pPr lvl="1"/>
            <a:endParaRPr lang="en-US" sz="3600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Visual</a:t>
            </a:r>
            <a:r>
              <a:rPr lang="en-US" sz="3600" b="1" dirty="0">
                <a:solidFill>
                  <a:srgbClr val="0070C0"/>
                </a:solidFill>
              </a:rPr>
              <a:t>:</a:t>
            </a:r>
            <a:r>
              <a:rPr lang="en-US" sz="3600" dirty="0">
                <a:solidFill>
                  <a:srgbClr val="0070C0"/>
                </a:solidFill>
              </a:rPr>
              <a:t> Diagram showing face → AI model → emotion output</a:t>
            </a:r>
            <a:r>
              <a:rPr lang="en-US" sz="3200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44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E3D640-FBED-4B49-AE75-EA31D0492B16}"/>
              </a:ext>
            </a:extLst>
          </p:cNvPr>
          <p:cNvSpPr/>
          <p:nvPr/>
        </p:nvSpPr>
        <p:spPr>
          <a:xfrm>
            <a:off x="1171074" y="1525142"/>
            <a:ext cx="98498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>
                <a:solidFill>
                  <a:srgbClr val="0070C0"/>
                </a:solidFill>
              </a:rPr>
              <a:t>Ojectives</a:t>
            </a:r>
            <a:endParaRPr lang="en-US" sz="3600" b="1" u="sng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Text:</a:t>
            </a:r>
            <a:endParaRPr lang="en-US" sz="36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Detect emotions in real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Provide feedback based on detected emotion.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Build a user‑friendly Streamlit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Visual</a:t>
            </a:r>
            <a:r>
              <a:rPr lang="en-US" sz="3600" b="1" dirty="0">
                <a:solidFill>
                  <a:srgbClr val="0070C0"/>
                </a:solidFill>
              </a:rPr>
              <a:t>:</a:t>
            </a:r>
            <a:r>
              <a:rPr lang="en-US" sz="3600" dirty="0">
                <a:solidFill>
                  <a:srgbClr val="0070C0"/>
                </a:solidFill>
              </a:rPr>
              <a:t> Icons for goals (🎯).</a:t>
            </a:r>
          </a:p>
        </p:txBody>
      </p:sp>
    </p:spTree>
    <p:extLst>
      <p:ext uri="{BB962C8B-B14F-4D97-AF65-F5344CB8AC3E}">
        <p14:creationId xmlns:p14="http://schemas.microsoft.com/office/powerpoint/2010/main" val="388120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4F116D-CC49-4E96-A1F0-E5A9C016D49A}"/>
              </a:ext>
            </a:extLst>
          </p:cNvPr>
          <p:cNvSpPr/>
          <p:nvPr/>
        </p:nvSpPr>
        <p:spPr>
          <a:xfrm>
            <a:off x="2903621" y="1280227"/>
            <a:ext cx="80531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0070C0"/>
                </a:solidFill>
              </a:rPr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u="sng" dirty="0">
                <a:solidFill>
                  <a:srgbClr val="0070C0"/>
                </a:solidFill>
              </a:rPr>
              <a:t>Text:</a:t>
            </a:r>
            <a:endParaRPr lang="en-IN" sz="36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Python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Streamlit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OpenCV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TensorFlow/Keras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Plotly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u="sng" dirty="0">
                <a:solidFill>
                  <a:srgbClr val="0070C0"/>
                </a:solidFill>
              </a:rPr>
              <a:t>Visual</a:t>
            </a:r>
            <a:r>
              <a:rPr lang="en-IN" sz="3600" b="1" dirty="0">
                <a:solidFill>
                  <a:srgbClr val="0070C0"/>
                </a:solidFill>
              </a:rPr>
              <a:t>:</a:t>
            </a:r>
            <a:r>
              <a:rPr lang="en-IN" sz="3600" dirty="0">
                <a:solidFill>
                  <a:srgbClr val="0070C0"/>
                </a:solidFill>
              </a:rPr>
              <a:t> Logos of these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91467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872AD2-77EA-43AC-AF43-C76F21DBF553}"/>
              </a:ext>
            </a:extLst>
          </p:cNvPr>
          <p:cNvSpPr/>
          <p:nvPr/>
        </p:nvSpPr>
        <p:spPr>
          <a:xfrm>
            <a:off x="2101516" y="1443841"/>
            <a:ext cx="745957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70C0"/>
                </a:solidFill>
              </a:rPr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Text:</a:t>
            </a:r>
            <a:endParaRPr lang="en-US" sz="36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FER2013 dataset (48×48 grayscale images).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Emotions: Angry, Disgust, Fear, Happy, Neutral, Sad, Surprise.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Visual</a:t>
            </a:r>
            <a:r>
              <a:rPr lang="en-US" sz="3600" b="1" dirty="0">
                <a:solidFill>
                  <a:srgbClr val="0070C0"/>
                </a:solidFill>
              </a:rPr>
              <a:t>:</a:t>
            </a:r>
            <a:r>
              <a:rPr lang="en-US" sz="3600" dirty="0">
                <a:solidFill>
                  <a:srgbClr val="0070C0"/>
                </a:solidFill>
              </a:rPr>
              <a:t> Grid of sample face images.</a:t>
            </a:r>
          </a:p>
        </p:txBody>
      </p:sp>
    </p:spTree>
    <p:extLst>
      <p:ext uri="{BB962C8B-B14F-4D97-AF65-F5344CB8AC3E}">
        <p14:creationId xmlns:p14="http://schemas.microsoft.com/office/powerpoint/2010/main" val="150154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BA6B3-FFF1-4E66-A9F4-5CC10B6CF1F6}"/>
              </a:ext>
            </a:extLst>
          </p:cNvPr>
          <p:cNvSpPr/>
          <p:nvPr/>
        </p:nvSpPr>
        <p:spPr>
          <a:xfrm>
            <a:off x="1909011" y="1488775"/>
            <a:ext cx="818147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>
                <a:solidFill>
                  <a:srgbClr val="0070C0"/>
                </a:solidFill>
              </a:rPr>
              <a:t>System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u="sng" dirty="0">
                <a:solidFill>
                  <a:srgbClr val="0070C0"/>
                </a:solidFill>
              </a:rPr>
              <a:t>Text:</a:t>
            </a:r>
            <a:endParaRPr lang="en-IN" sz="28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70C0"/>
                </a:solidFill>
              </a:rPr>
              <a:t>Input (Webcam/Image Upload)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70C0"/>
                </a:solidFill>
              </a:rPr>
              <a:t>Face Detection (Haarcascade)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70C0"/>
                </a:solidFill>
              </a:rPr>
              <a:t>Preprocessing (Resize, Normalize)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70C0"/>
                </a:solidFill>
              </a:rPr>
              <a:t>Emotion Prediction (CNN 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70C0"/>
                </a:solidFill>
              </a:rPr>
              <a:t>Output (Emotion + Confidence + Feedback)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u="sng" dirty="0">
                <a:solidFill>
                  <a:srgbClr val="0070C0"/>
                </a:solidFill>
              </a:rPr>
              <a:t>Visual</a:t>
            </a:r>
            <a:r>
              <a:rPr lang="en-IN" sz="2800" b="1" dirty="0">
                <a:solidFill>
                  <a:srgbClr val="0070C0"/>
                </a:solidFill>
              </a:rPr>
              <a:t>:</a:t>
            </a:r>
            <a:r>
              <a:rPr lang="en-IN" sz="2800" dirty="0">
                <a:solidFill>
                  <a:srgbClr val="0070C0"/>
                </a:solidFill>
              </a:rPr>
              <a:t> Flowchart arrows connecting each stage.</a:t>
            </a:r>
          </a:p>
        </p:txBody>
      </p:sp>
    </p:spTree>
    <p:extLst>
      <p:ext uri="{BB962C8B-B14F-4D97-AF65-F5344CB8AC3E}">
        <p14:creationId xmlns:p14="http://schemas.microsoft.com/office/powerpoint/2010/main" val="392224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51FA37-CC09-41BB-A6C6-AC891782722D}"/>
              </a:ext>
            </a:extLst>
          </p:cNvPr>
          <p:cNvSpPr/>
          <p:nvPr/>
        </p:nvSpPr>
        <p:spPr>
          <a:xfrm>
            <a:off x="1572126" y="1136064"/>
            <a:ext cx="9304421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70C0"/>
                </a:solidFill>
              </a:rPr>
              <a:t>Code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u="sng" dirty="0">
                <a:solidFill>
                  <a:srgbClr val="0070C0"/>
                </a:solidFill>
              </a:rPr>
              <a:t>Text</a:t>
            </a:r>
            <a:r>
              <a:rPr lang="en-IN" sz="3600" b="1" dirty="0">
                <a:solidFill>
                  <a:srgbClr val="0070C0"/>
                </a:solidFill>
              </a:rPr>
              <a:t>:</a:t>
            </a:r>
            <a:endParaRPr lang="en-IN" sz="3600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Streamlit UI setup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Haarcascade for face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CNN model for emotion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70C0"/>
                </a:solidFill>
              </a:rPr>
              <a:t>Plotly for confidence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u="sng" dirty="0">
                <a:solidFill>
                  <a:srgbClr val="0070C0"/>
                </a:solidFill>
              </a:rPr>
              <a:t>Visual</a:t>
            </a:r>
            <a:r>
              <a:rPr lang="en-IN" sz="3600" b="1" dirty="0">
                <a:solidFill>
                  <a:srgbClr val="0070C0"/>
                </a:solidFill>
              </a:rPr>
              <a:t>:</a:t>
            </a:r>
            <a:r>
              <a:rPr lang="en-IN" sz="3600" dirty="0">
                <a:solidFill>
                  <a:srgbClr val="0070C0"/>
                </a:solidFill>
              </a:rPr>
              <a:t> Screenshot of your Streamlit app interface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308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CA9A8B-1345-45FC-B3C5-35627D1C87F1}"/>
              </a:ext>
            </a:extLst>
          </p:cNvPr>
          <p:cNvSpPr/>
          <p:nvPr/>
        </p:nvSpPr>
        <p:spPr>
          <a:xfrm>
            <a:off x="1411706" y="1549239"/>
            <a:ext cx="98498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/>
              <a:t>Results &amp;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/>
              <a:t>Text:</a:t>
            </a:r>
            <a:endParaRPr lang="en-US" sz="4000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/>
              <a:t>Confidence levels for each emotion.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/>
              <a:t>Visual</a:t>
            </a:r>
            <a:r>
              <a:rPr lang="en-US" sz="4000" b="1" dirty="0"/>
              <a:t>:</a:t>
            </a:r>
            <a:r>
              <a:rPr lang="en-US" sz="4000" dirty="0"/>
              <a:t> Bar chart (Plotly) showing emotion confidence.</a:t>
            </a:r>
          </a:p>
        </p:txBody>
      </p:sp>
    </p:spTree>
    <p:extLst>
      <p:ext uri="{BB962C8B-B14F-4D97-AF65-F5344CB8AC3E}">
        <p14:creationId xmlns:p14="http://schemas.microsoft.com/office/powerpoint/2010/main" val="74122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C360F3-4088-472C-90F5-A47855363108}"/>
              </a:ext>
            </a:extLst>
          </p:cNvPr>
          <p:cNvSpPr/>
          <p:nvPr/>
        </p:nvSpPr>
        <p:spPr>
          <a:xfrm>
            <a:off x="1812758" y="1751617"/>
            <a:ext cx="879107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Image Upload Detection Demo</a:t>
            </a:r>
            <a:endParaRPr lang="en-US" sz="3600" b="1" u="sng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Text</a:t>
            </a:r>
            <a:r>
              <a:rPr lang="en-US" sz="3600" dirty="0">
                <a:solidFill>
                  <a:srgbClr val="0070C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Upload image → detect face → predict emotion.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Visual</a:t>
            </a:r>
            <a:r>
              <a:rPr lang="en-US" sz="3600" dirty="0">
                <a:solidFill>
                  <a:srgbClr val="0070C0"/>
                </a:solidFill>
              </a:rPr>
              <a:t>: Example uploaded image with detected emotion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516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63041D-61D0-43EB-A03C-4669751D18BF}"/>
              </a:ext>
            </a:extLst>
          </p:cNvPr>
          <p:cNvSpPr/>
          <p:nvPr/>
        </p:nvSpPr>
        <p:spPr>
          <a:xfrm>
            <a:off x="1732547" y="1513383"/>
            <a:ext cx="896753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70C0"/>
                </a:solidFill>
              </a:rPr>
              <a:t>Webcam Detection Demo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Text</a:t>
            </a:r>
            <a:r>
              <a:rPr lang="en-US" sz="3600" b="1" dirty="0">
                <a:solidFill>
                  <a:srgbClr val="0070C0"/>
                </a:solidFill>
              </a:rPr>
              <a:t>:</a:t>
            </a:r>
            <a:endParaRPr lang="en-US" sz="3600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Real‑time emotion detection using webcam.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Visual</a:t>
            </a:r>
            <a:r>
              <a:rPr lang="en-US" sz="3600" b="1" dirty="0">
                <a:solidFill>
                  <a:srgbClr val="0070C0"/>
                </a:solidFill>
              </a:rPr>
              <a:t>:</a:t>
            </a:r>
            <a:r>
              <a:rPr lang="en-US" sz="3600" dirty="0">
                <a:solidFill>
                  <a:srgbClr val="0070C0"/>
                </a:solidFill>
              </a:rPr>
              <a:t> Screenshot showing bounding box + emotion label.</a:t>
            </a:r>
          </a:p>
        </p:txBody>
      </p:sp>
    </p:spTree>
    <p:extLst>
      <p:ext uri="{BB962C8B-B14F-4D97-AF65-F5344CB8AC3E}">
        <p14:creationId xmlns:p14="http://schemas.microsoft.com/office/powerpoint/2010/main" val="3739914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D19DCD-08D0-4E9B-B4B4-0AD523C907D6}"/>
              </a:ext>
            </a:extLst>
          </p:cNvPr>
          <p:cNvSpPr/>
          <p:nvPr/>
        </p:nvSpPr>
        <p:spPr>
          <a:xfrm>
            <a:off x="1828799" y="920621"/>
            <a:ext cx="97856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0070C0"/>
                </a:solidFill>
              </a:rPr>
              <a:t>Text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endParaRPr lang="en-US" sz="4000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Mental health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Human‑computer interaction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Customer feedback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Security &amp; surveillance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0070C0"/>
                </a:solidFill>
              </a:rPr>
              <a:t>Visual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en-US" sz="4000" dirty="0">
                <a:solidFill>
                  <a:srgbClr val="0070C0"/>
                </a:solidFill>
              </a:rPr>
              <a:t> Icons for healthcare, computer, customer, CCTV.</a:t>
            </a:r>
          </a:p>
        </p:txBody>
      </p:sp>
    </p:spTree>
    <p:extLst>
      <p:ext uri="{BB962C8B-B14F-4D97-AF65-F5344CB8AC3E}">
        <p14:creationId xmlns:p14="http://schemas.microsoft.com/office/powerpoint/2010/main" val="128449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365322-52EF-4CD7-BBD1-DC96B43BEE41}"/>
              </a:ext>
            </a:extLst>
          </p:cNvPr>
          <p:cNvSpPr/>
          <p:nvPr/>
        </p:nvSpPr>
        <p:spPr>
          <a:xfrm>
            <a:off x="1379621" y="1136064"/>
            <a:ext cx="984985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Text:</a:t>
            </a:r>
            <a:endParaRPr lang="en-US" sz="36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Mental health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Human‑computer interaction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Customer feedback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Security &amp; surveillance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u="sng" dirty="0">
                <a:solidFill>
                  <a:srgbClr val="0070C0"/>
                </a:solidFill>
              </a:rPr>
              <a:t>Visual</a:t>
            </a:r>
            <a:r>
              <a:rPr lang="en-US" sz="3600" b="1" dirty="0">
                <a:solidFill>
                  <a:srgbClr val="0070C0"/>
                </a:solidFill>
              </a:rPr>
              <a:t>:</a:t>
            </a:r>
            <a:r>
              <a:rPr lang="en-US" sz="3600" dirty="0">
                <a:solidFill>
                  <a:srgbClr val="0070C0"/>
                </a:solidFill>
              </a:rPr>
              <a:t> Icons for healthcare, computer, customer,           </a:t>
            </a:r>
            <a:r>
              <a:rPr lang="en-US" sz="2800" dirty="0">
                <a:solidFill>
                  <a:srgbClr val="0070C0"/>
                </a:solidFill>
              </a:rPr>
              <a:t>CCTV.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26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B2598-0FA3-43E8-8DD3-85F1DA691A96}"/>
              </a:ext>
            </a:extLst>
          </p:cNvPr>
          <p:cNvSpPr/>
          <p:nvPr/>
        </p:nvSpPr>
        <p:spPr>
          <a:xfrm>
            <a:off x="1491917" y="1541184"/>
            <a:ext cx="943275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u="sng" dirty="0">
                <a:solidFill>
                  <a:srgbClr val="0070C0"/>
                </a:solidFill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rgbClr val="0070C0"/>
                </a:solidFill>
              </a:rPr>
              <a:t>Text:</a:t>
            </a:r>
            <a:endParaRPr lang="en-US" sz="44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70C0"/>
                </a:solidFill>
              </a:rPr>
              <a:t>Accuracy depends on dataset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70C0"/>
                </a:solidFill>
              </a:rPr>
              <a:t>Sensitive to lighting &amp; occlusion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70C0"/>
                </a:solidFill>
              </a:rPr>
              <a:t>Limited emotion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b="1" u="sng" dirty="0">
                <a:solidFill>
                  <a:srgbClr val="0070C0"/>
                </a:solidFill>
              </a:rPr>
              <a:t>Visual</a:t>
            </a:r>
            <a:r>
              <a:rPr lang="en-US" sz="4400" b="1" dirty="0">
                <a:solidFill>
                  <a:srgbClr val="0070C0"/>
                </a:solidFill>
              </a:rPr>
              <a:t>:</a:t>
            </a:r>
            <a:r>
              <a:rPr lang="en-US" sz="4400" dirty="0">
                <a:solidFill>
                  <a:srgbClr val="0070C0"/>
                </a:solidFill>
              </a:rPr>
              <a:t> ⚠️ warning icon.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57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9F1CC-C1C5-41C6-A8FB-B0C48E942633}"/>
              </a:ext>
            </a:extLst>
          </p:cNvPr>
          <p:cNvSpPr/>
          <p:nvPr/>
        </p:nvSpPr>
        <p:spPr>
          <a:xfrm>
            <a:off x="1540043" y="1536174"/>
            <a:ext cx="976964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0070C0"/>
                </a:solidFill>
              </a:rPr>
              <a:t>Text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endParaRPr lang="en-US" sz="4000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Expand emotion categories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Use larger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Integrate with mobile apps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Apply in education &amp; therapy</a:t>
            </a:r>
          </a:p>
        </p:txBody>
      </p:sp>
    </p:spTree>
    <p:extLst>
      <p:ext uri="{BB962C8B-B14F-4D97-AF65-F5344CB8AC3E}">
        <p14:creationId xmlns:p14="http://schemas.microsoft.com/office/powerpoint/2010/main" val="768618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AE4410-7F12-44BA-8D6D-5B902B768C43}"/>
              </a:ext>
            </a:extLst>
          </p:cNvPr>
          <p:cNvSpPr/>
          <p:nvPr/>
        </p:nvSpPr>
        <p:spPr>
          <a:xfrm>
            <a:off x="978568" y="1536174"/>
            <a:ext cx="106840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0070C0"/>
                </a:solidFill>
              </a:rPr>
              <a:t>Text:</a:t>
            </a:r>
            <a:endParaRPr lang="en-US" sz="4000" u="sng" dirty="0">
              <a:solidFill>
                <a:srgbClr val="0070C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Face Emotion Detection bridges AI and human emotions.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Useful in multiple domains.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u="sng" dirty="0">
                <a:solidFill>
                  <a:srgbClr val="0070C0"/>
                </a:solidFill>
              </a:rPr>
              <a:t>Visual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en-US" sz="4000" dirty="0">
                <a:solidFill>
                  <a:srgbClr val="0070C0"/>
                </a:solidFill>
              </a:rPr>
              <a:t> Smiling face with AI circuit background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8595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416</Words>
  <Application>Microsoft Office PowerPoint</Application>
  <PresentationFormat>Widescreen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Facial Emotion Recognition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Emotion Recognition System</dc:title>
  <dc:creator>Admin</dc:creator>
  <cp:lastModifiedBy>Admin</cp:lastModifiedBy>
  <cp:revision>7</cp:revision>
  <dcterms:created xsi:type="dcterms:W3CDTF">2026-05-11T08:46:08Z</dcterms:created>
  <dcterms:modified xsi:type="dcterms:W3CDTF">2026-05-11T09:41:05Z</dcterms:modified>
</cp:coreProperties>
</file>